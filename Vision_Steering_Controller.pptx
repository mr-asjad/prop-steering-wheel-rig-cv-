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Steering Controller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Driving Simulators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webcam, a cardboard wheel and OpenCV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Asjad</a:t>
            </a:r>
            <a:endParaRPr lang="en-US" sz="1300" dirty="0"/>
          </a:p>
        </p:txBody>
      </p:sp>
      <p:pic>
        <p:nvPicPr>
          <p:cNvPr id="6" name="Image 0" descr="/home/claude/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868680"/>
            <a:ext cx="33832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driving games with a homemade wheel and no special hardware.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24688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prop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cardboard wheel on a wooden dowel, with a pink and a green sticky note as markers.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514600" cy="24688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camera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4231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 webcam watches the markers while OpenCV tracks them frame by frame.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14600" cy="24688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874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input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42316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between the markers gives a steering angle, which becomes live keyboard presses.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41732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frame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47672" y="2103120"/>
            <a:ext cx="21945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94560" y="1371600"/>
            <a:ext cx="141732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9202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and green markers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39312" y="2103120"/>
            <a:ext cx="21945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86200" y="1371600"/>
            <a:ext cx="141732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7764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19202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of the line between them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30952" y="2103120"/>
            <a:ext cx="21945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77840" y="1371600"/>
            <a:ext cx="141732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19202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to a steering key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22592" y="2103120"/>
            <a:ext cx="21945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1371600"/>
            <a:ext cx="141732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0920" y="1508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19202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sent to the game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804672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2918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Multithreaded.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and input run on separate threads, so steering stays responsive no matter which window is in focus.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800" dirty="0"/>
          </a:p>
        </p:txBody>
      </p:sp>
      <p:pic>
        <p:nvPicPr>
          <p:cNvPr id="3" name="Image 0" descr="/home/claude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840480" cy="2726741"/>
          </a:xfrm>
          <a:prstGeom prst="rect">
            <a:avLst/>
          </a:prstGeom>
        </p:spPr>
      </p:pic>
      <p:pic>
        <p:nvPicPr>
          <p:cNvPr id="4" name="Image 1" descr="/home/claude/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840480" cy="273026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right: +47.5° sends D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centered: -4.4° sends no key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highlights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by design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multithreaded architecture keeps input responsive independent of the active application window.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hardware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Cardboard, a wooden dowel, two sticky notes and a laptop webcam.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feedback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Gradio interface shows the annotated video with status, angle and key output in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and next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to extend 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7373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and dead-zone tuning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steering via a virtual gamepad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Pedals and gear input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Vision-Based Steering Controller</dc:title>
  <dc:subject>PptxGenJS Presentation</dc:subject>
  <dc:creator>PptxGenJS</dc:creator>
  <cp:lastModifiedBy>PptxGenJS</cp:lastModifiedBy>
  <cp:revision>1</cp:revision>
  <dcterms:created xsi:type="dcterms:W3CDTF">2026-09-24T14:11:21Z</dcterms:created>
  <dcterms:modified xsi:type="dcterms:W3CDTF">2026-09-24T14:11:21Z</dcterms:modified>
</cp:coreProperties>
</file>